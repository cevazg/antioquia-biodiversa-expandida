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0"/>
            <a:ext cx="73152" cy="685800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274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ANTIOQUIA
BIODIVERSA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34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E0C4"/>
                </a:solidFill>
              </a:rPr>
              <a:t>App oficial de la
Gobernación de Antioquia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444444"/>
                </a:solidFill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9260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EDA"/>
                </a:solidFill>
              </a:rPr>
              <a:t>19 especies con fotos reales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33101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EDA"/>
                </a:solidFill>
              </a:rPr>
              <a:t>Red hídrica por subregión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694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941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EDA"/>
                </a:solidFill>
              </a:rPr>
              <a:t>Becas Jóvenes pa' Lante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40782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7822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EDA"/>
                </a:solidFill>
              </a:rPr>
              <a:t>Español e inglés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44622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622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EEDA"/>
                </a:solidFill>
              </a:rPr>
              <a:t>Acceso por código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860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B5640"/>
                </a:solidFill>
              </a:rPr>
              <a:t>¿Qué le estamos pidiendo a la
Gobernación para lanzar la app?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05156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La app ya está construida y funcionando. Para publicarla oficialmente necesitamos que el equipo
de tecnología de la Gobernación nos provea tres cosas: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737360"/>
            <a:ext cx="2651760" cy="301752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737360"/>
            <a:ext cx="2651760" cy="64008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8745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44444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3774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5640"/>
                </a:solidFill>
              </a:rPr>
              <a:t>Un dominio oficial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8529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18D38"/>
                </a:solidFill>
              </a:rPr>
              <a:t>biodiversa.antioquia.gov.co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46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Para que los ciudadanos accedan con una dirección
oficial del gobierno, no una página externa.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1737360"/>
            <a:ext cx="2651760" cy="301752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1737360"/>
            <a:ext cx="2651760" cy="64008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8745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44444"/>
                </a:solidFill>
              </a:rPr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3774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5640"/>
                </a:solidFill>
              </a:rPr>
              <a:t>Un servidor donde
alojar la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8529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18D38"/>
                </a:solidFill>
              </a:rPr>
              <a:t>Espacio en los servidores
de la Gobernación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46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La app no necesita base de datos ni infraestructura
compleja. Son archivos estáticos, como un sitio web
sencillo.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1737360"/>
            <a:ext cx="2651760" cy="301752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4040" y="1737360"/>
            <a:ext cx="2651760" cy="64008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187451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44444"/>
                </a:solidFill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37744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5640"/>
                </a:solidFill>
              </a:rPr>
              <a:t>Conexión segura
(certificado HTTPS)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8529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18D38"/>
                </a:solidFill>
              </a:rPr>
              <a:t>Candado verde en el
navegador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246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Obligatorio para sitios .gov.co. Protege a los
ciudadanos y da confianza institucional.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4892040"/>
            <a:ext cx="8686800" cy="960120"/>
          </a:xfrm>
          <a:prstGeom prst="rect">
            <a:avLst/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29000" y="4892040"/>
            <a:ext cx="64008" cy="96012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9834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5640"/>
                </a:solidFill>
              </a:rPr>
              <a:t>💡  La app ya existe — solo necesitamos la infraestructura oficial para publicarla bajo el sello de la Gobernación.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3218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El costo de infraestructura es mínimo comparado con el impacto: acceso digital a la biodiversidad de Antioquia para toda la ciudadanía.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38251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E0C4"/>
                </a:solidFill>
              </a:rPr>
              <a:t>Antioquia Biodiversa  ·  Gobernación de Antioquia  ·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Requerimientos Técnicos — Despliegue en Infraestructura Gobernación de Antioquia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E0C4"/>
                </a:solidFill>
              </a:rPr>
              <a:t>Antioquia Biodiversa  ·  App estática (HTML/CSS/JS)  ·  Sin backend  ·  Sin base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21615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🌐  Dominio y DNS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554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Subdominio: biodiversa.antioquia.gov.co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801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Registro en DNS institucional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482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Vigencia mínima: 3 años con renovación gestionada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1615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🖥️  Servidor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554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Apache, Nginx o IIS — cualquiera sirve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801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Capacidad: mínimo 500 MB (crece a 150+ especies)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0482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Servir index.html como documento raíz por directorio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295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Acceso SFTP o panel de archivos para actualizaciones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3464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83464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90779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🔒  HTTPS / Certificado SSL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Certificado SSL para biodiversa.antioquia.gov.co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493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Redirect automático HTTP → HTTPS (301)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37398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Renovación automática del certificado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83464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83464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90779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🛡️  Firewall y Seguridad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Puerto 443 abierto al público (HTTPS)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4930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Puerto 80 solo para redirect a HTTPS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7398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WAF: whitelist de peticiones fetch a archivos JSON internos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986783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Headers: CSP, X-Frame-Options, X-Content-Type-Options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48056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553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⚡  Rendimiento y Caché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" y="4892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Compresión Gzip o Brotli activada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5138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CSS/JS/imágenes: Cache-Control max-age=31536000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" y="53858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especie_mes.json: Cache-Control no-store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5632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CDN externos permitidos: unpkg.com, fonts.googleapis.com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480560"/>
            <a:ext cx="5760720" cy="1508760"/>
          </a:xfrm>
          <a:prstGeom prst="rect">
            <a:avLst/>
          </a:prstGeom>
          <a:solidFill>
            <a:srgbClr val="F4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480560"/>
            <a:ext cx="54864" cy="1508760"/>
          </a:xfrm>
          <a:prstGeom prst="rect">
            <a:avLst/>
          </a:prstGeom>
          <a:solidFill>
            <a:srgbClr val="018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4553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5640"/>
                </a:solidFill>
              </a:rPr>
              <a:t>📋  Operación y Monitoreo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4892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Uptime monitoring con alertas (SLA ≥ 99.5%)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5138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Logs de acceso disponibles para el equipo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53858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Backup semanal de archivos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6327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Contacto soporte TI con tiempo de respuesta definido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879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·  Usuario SFTP de solo lectura para equipo curador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B5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382512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E0C4"/>
                </a:solidFill>
              </a:rPr>
              <a:t>Antioquia Biodiversa  ·  Gobernación de Antioquia  · 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